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Outfit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Production-Ready Smart Wardrobe 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18520" cy="420624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D5DFF3"/>
                </a:solidFill>
              </a:defRPr>
            </a:pPr>
            <a:r>
              <a:t>Team Presentation Deck (Final Freeze)</a:t>
            </a:r>
          </a:p>
          <a:p>
            <a:pPr>
              <a:spcAft>
                <a:spcPts val="800"/>
              </a:spcAft>
              <a:defRPr sz="2200">
                <a:solidFill>
                  <a:srgbClr val="D5DFF3"/>
                </a:solidFill>
              </a:defRPr>
            </a:pPr>
            <a:r>
              <a:t>Focus: Recommender quality, robust pipeline, measurable improvements</a:t>
            </a:r>
          </a:p>
          <a:p>
            <a:pPr>
              <a:spcAft>
                <a:spcPts val="800"/>
              </a:spcAft>
              <a:defRPr sz="2200">
                <a:solidFill>
                  <a:srgbClr val="D5DFF3"/>
                </a:solidFill>
              </a:defRPr>
            </a:pPr>
            <a:r>
              <a:t>Presenters: Amogh (Technical), Dhanuja (Product + Recommender), Vaibhavi (Evaluation)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Clean story from problem -&gt; system -&gt; proof -&gt;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972800" cy="457200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1. Problem and project goal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2. Architecture and end-to-end pipeline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3. Engineering struggles and what we fixed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4. Recommender logic and explainability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5. Evaluation framework and key metrics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6. Known limits and next steps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7. Speaker-wise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Team Ownership and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Recovered from project ownership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5661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5661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645920"/>
            <a:ext cx="35661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Amogh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Technical Lead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Architecture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Pipeline internals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Major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93852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Dhanuja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Recommender + Product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User flow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Explainability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Demo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93852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Vaibhavi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Evaluation + Results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Testing framework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Metrics and visuals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Evidence 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5DFF3"/>
                </a:solidFill>
              </a:defRPr>
            </a:pPr>
            <a:r>
              <a:t>Speaking order: Amogh (5 min) -&gt; Dhanuja (3.5 min) -&gt; Vaibhavi (3.5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Problem Statement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Build a reliable wardrobe recommender, not a random outfit picker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3949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3949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Initial pain points: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Detection ambiguity (shirt read as top + bottom)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Weak recommendation trust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UI exposing technical internals to users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No robust evaluation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Final objective: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Accurate single-garment scan flow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Explainable top-bottom recommendations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Feedback-aware ranking behavior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Presentation-grade evaluation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FastAPI backend + modular services + frontend product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Amogh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Frontend (HTML/CSS/JS): scan, wardrobe, outfits, calendar, palette, history, profile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API Layer (FastAPI): auth, scan, wardrobe, outfits, feedback, body profile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Core Services: YOLO detection, SAM2 segmentation, LAB color extraction, CLIP embedding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Recommender Engine: rule score + matrix factorization + MMR + repeat controls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Storage: SQLite/SQLAlchemy (WardrobeItem, Outfit, Feedback, BodyProfile)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From one image upload to explainable outfit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Amogh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600200" cy="141732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Upload Image</a:t>
            </a:r>
          </a:p>
        </p:txBody>
      </p:sp>
      <p:sp>
        <p:nvSpPr>
          <p:cNvPr id="6" name="Chevron 5"/>
          <p:cNvSpPr/>
          <p:nvPr/>
        </p:nvSpPr>
        <p:spPr>
          <a:xfrm>
            <a:off x="219456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40280" y="2331720"/>
            <a:ext cx="1600200" cy="141732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YOLO Detect</a:t>
            </a:r>
            <a:br/>
            <a:r>
              <a:t>(upper/lower)</a:t>
            </a:r>
          </a:p>
        </p:txBody>
      </p:sp>
      <p:sp>
        <p:nvSpPr>
          <p:cNvPr id="8" name="Chevron 7"/>
          <p:cNvSpPr/>
          <p:nvPr/>
        </p:nvSpPr>
        <p:spPr>
          <a:xfrm>
            <a:off x="388620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2331720"/>
            <a:ext cx="1600200" cy="141732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SAM2 Segment</a:t>
            </a:r>
            <a:br/>
            <a:r>
              <a:t>(clean mask)</a:t>
            </a:r>
          </a:p>
        </p:txBody>
      </p:sp>
      <p:sp>
        <p:nvSpPr>
          <p:cNvPr id="10" name="Chevron 9"/>
          <p:cNvSpPr/>
          <p:nvPr/>
        </p:nvSpPr>
        <p:spPr>
          <a:xfrm>
            <a:off x="557784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0" y="2331720"/>
            <a:ext cx="1600200" cy="141732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LAB Color +</a:t>
            </a:r>
            <a:br/>
            <a:r>
              <a:t>Palette</a:t>
            </a:r>
          </a:p>
        </p:txBody>
      </p:sp>
      <p:sp>
        <p:nvSpPr>
          <p:cNvPr id="12" name="Chevron 11"/>
          <p:cNvSpPr/>
          <p:nvPr/>
        </p:nvSpPr>
        <p:spPr>
          <a:xfrm>
            <a:off x="726948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2331720"/>
            <a:ext cx="1600200" cy="141732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Save Wardrobe</a:t>
            </a:r>
            <a:br/>
            <a:r>
              <a:t>Item</a:t>
            </a:r>
          </a:p>
        </p:txBody>
      </p:sp>
      <p:sp>
        <p:nvSpPr>
          <p:cNvPr id="14" name="Chevron 13"/>
          <p:cNvSpPr/>
          <p:nvPr/>
        </p:nvSpPr>
        <p:spPr>
          <a:xfrm>
            <a:off x="896112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2331720"/>
            <a:ext cx="1600200" cy="141732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Generate Outfit</a:t>
            </a:r>
            <a:br/>
            <a:r>
              <a:t>Plan</a:t>
            </a:r>
          </a:p>
        </p:txBody>
      </p:sp>
      <p:sp>
        <p:nvSpPr>
          <p:cNvPr id="16" name="Chevron 15"/>
          <p:cNvSpPr/>
          <p:nvPr/>
        </p:nvSpPr>
        <p:spPr>
          <a:xfrm>
            <a:off x="10652760" y="2788920"/>
            <a:ext cx="411480" cy="502920"/>
          </a:xfrm>
          <a:prstGeom prst="chevron">
            <a:avLst/>
          </a:prstGeom>
          <a:solidFill>
            <a:srgbClr val="36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331720"/>
            <a:ext cx="1600200" cy="141732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5DFF3"/>
                </a:solidFill>
              </a:defRPr>
            </a:pPr>
            <a:r>
              <a:t>Collect Feedback</a:t>
            </a:r>
            <a:br/>
            <a:r>
              <a:t>and Adapt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Engineering Struggles and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We improved through iteration, not in one perfect attempt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Amogh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53949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949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Problems observed: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Shirt detected as both top and bottom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Outfit generation blocked by unknown item_type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Scan result showed raw mask path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Profile page lacked visual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3852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Fixes delivered: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Single-garment detection logic with conflict resolution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Generation gate removed + auto item-type assignment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UI now shows useful user details (type, color family, palette)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Body-shape icons + skin-tone swatch reference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Design (Hybrid)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Practical, explainable, and measurable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Dhanuja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Candidate generation: all valid top-bottom combinations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Scoring stack: rule score + collaborative signal + visual diversity + repeat/cooldown penalties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Ranking controls: MMR rerank, rotation quotas, feedback bias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Explainability: each outfit returns color reason, style reason, novelty signal, and confidence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Product value: recommendations are deterministic and auditable, not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User Flow and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How we demo the complete recommender story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Dhanuja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1097280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1. Scan one garment image</a:t>
            </a:r>
          </a:p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2. Item saved to wardrobe with category + color metadata</a:t>
            </a:r>
          </a:p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3. Generate outfits for selected days</a:t>
            </a:r>
          </a:p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4. Show split-card output (top + bottom) with compatibility badge</a:t>
            </a:r>
          </a:p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5. Show 'Why this outfit?' explanation in plain language</a:t>
            </a:r>
          </a:p>
          <a:p>
            <a:pPr>
              <a:spcAft>
                <a:spcPts val="800"/>
              </a:spcAft>
              <a:defRPr sz="1900">
                <a:solidFill>
                  <a:srgbClr val="D5DFF3"/>
                </a:solidFill>
              </a:defRPr>
            </a:pPr>
            <a:r>
              <a:t>6. Mark worn / like / dislike and explain feedback loop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Internal production-style testing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949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3949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Vision evaluation: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YOLO detection accuracy proxy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SAM2 segmentation quality + success rate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Color extraction stability and mismatch tracking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End-to-end pipeline success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Recommender evaluation: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8 synthetic users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60-day simulation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3 replicates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Baseline vs personalized lifts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Coverage, repetition, and forgotten-item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Metric Snapshot (Latest Saved Artifacts)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Evidence-first status at freeze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FB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Detection Accuracy</a:t>
            </a:r>
          </a:p>
          <a:p>
            <a:pPr>
              <a:defRPr b="1" sz="2500">
                <a:solidFill>
                  <a:srgbClr val="3FB67B"/>
                </a:solidFill>
              </a:defRPr>
            </a:pPr>
            <a:r>
              <a:t>0.7647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82880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FB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Segmentation Success</a:t>
            </a:r>
          </a:p>
          <a:p>
            <a:pPr>
              <a:defRPr b="1" sz="2500">
                <a:solidFill>
                  <a:srgbClr val="3FB67B"/>
                </a:solidFill>
              </a:defRPr>
            </a:pPr>
            <a:r>
              <a:t>1.0000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82880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FD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Color Success</a:t>
            </a:r>
          </a:p>
          <a:p>
            <a:pPr>
              <a:defRPr b="1" sz="2500">
                <a:solidFill>
                  <a:srgbClr val="FDC940"/>
                </a:solidFill>
              </a:defRPr>
            </a:pPr>
            <a:r>
              <a:t>0.5161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FD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Pipeline Success</a:t>
            </a:r>
          </a:p>
          <a:p>
            <a:pPr>
              <a:defRPr b="1" sz="2500">
                <a:solidFill>
                  <a:srgbClr val="FDC940"/>
                </a:solidFill>
              </a:defRPr>
            </a:pPr>
            <a:r>
              <a:t>0.4118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FB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Score Lift</a:t>
            </a:r>
          </a:p>
          <a:p>
            <a:pPr>
              <a:defRPr b="1" sz="2500">
                <a:solidFill>
                  <a:srgbClr val="3FB67B"/>
                </a:solidFill>
              </a:defRPr>
            </a:pPr>
            <a:r>
              <a:t>+0.1284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15468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FB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Diversity Lift</a:t>
            </a:r>
          </a:p>
          <a:p>
            <a:pPr>
              <a:defRPr b="1" sz="2500">
                <a:solidFill>
                  <a:srgbClr val="3FB67B"/>
                </a:solidFill>
              </a:defRPr>
            </a:pPr>
            <a:r>
              <a:t>+0.0103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15468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FB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Repetition Lift</a:t>
            </a:r>
          </a:p>
          <a:p>
            <a:pPr>
              <a:defRPr b="1" sz="2500">
                <a:solidFill>
                  <a:srgbClr val="3FB67B"/>
                </a:solidFill>
              </a:defRPr>
            </a:pPr>
            <a:r>
              <a:t>-0.0042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154680"/>
            <a:ext cx="2240280" cy="109728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>
                <a:solidFill>
                  <a:srgbClr val="9AB0D6"/>
                </a:solidFill>
              </a:defRPr>
            </a:pPr>
            <a:r>
              <a:t>Coverage Lift</a:t>
            </a:r>
          </a:p>
          <a:p>
            <a:pPr>
              <a:defRPr b="1" sz="2500">
                <a:solidFill>
                  <a:srgbClr val="3694FF"/>
                </a:solidFill>
              </a:defRPr>
            </a:pPr>
            <a:r>
              <a:t>+0.0208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9509760" cy="123444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73752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5DFF3"/>
                </a:solidFill>
              </a:defRPr>
            </a:pPr>
            <a:r>
              <a:t>Reading: recommender metrics improved vs baseline; biggest remaining vision bottleneck is color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Visual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Baseline vs Personalized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pic>
        <p:nvPicPr>
          <p:cNvPr id="5" name="Picture 4" descr="recsys_baseline_vs_person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89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Visual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Average Lift by Metric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pic>
        <p:nvPicPr>
          <p:cNvPr id="5" name="Picture 4" descr="recsys_avg_l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89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Visual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Per-user Lift Heatmap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pic>
        <p:nvPicPr>
          <p:cNvPr id="5" name="Picture 4" descr="recsys_user_lif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89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Visual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Coverage vs Repetition Trade-off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pic>
        <p:nvPicPr>
          <p:cNvPr id="5" name="Picture 4" descr="recsys_coverage_vs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89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Recommender Visual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Trend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402336"/>
          </a:xfrm>
          <a:prstGeom prst="roundRect">
            <a:avLst/>
          </a:prstGeom>
          <a:solidFill>
            <a:srgbClr val="172746"/>
          </a:solidFill>
          <a:ln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5DFF3"/>
                </a:solidFill>
              </a:rPr>
              <a:t>Vaibhavi</a:t>
            </a:r>
          </a:p>
        </p:txBody>
      </p:sp>
      <p:pic>
        <p:nvPicPr>
          <p:cNvPr id="5" name="Picture 4" descr="recsys_trend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89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What Is Strong vs What Is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Honest quality statement for evaluation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3949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3949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Working well: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Hybrid recommender clearly beats baseline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Segmentation is stable (1.0 success)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UI now maps technical output to user-friendly actions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Evaluation artifacts support claims with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Needs next pass: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Color classification still weaker than target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Detection robustness on harder formats can improve further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Current DB choice is dev-friendly but not high-concurrency</a:t>
            </a:r>
          </a:p>
          <a:p>
            <a:pPr>
              <a:spcAft>
                <a:spcPts val="800"/>
              </a:spcAft>
              <a:defRPr sz="1700">
                <a:solidFill>
                  <a:srgbClr val="D5DFF3"/>
                </a:solidFill>
              </a:defRPr>
            </a:pPr>
            <a:r>
              <a:t>Presentation deck uses saved metrics (rerun before final publish if needed)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How This Maps to Recommender Systems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Direct alignment with class topics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1097280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Collaborative Filtering: matrix factorization (SVD-style) from wear-pattern signals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Cosine Similarity: embedding-based compatibility and diversity controls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Ranking: weighted hybrid score with confidence and repetition penalties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Feedback Learning: liked/disliked/worn actions alter future ranking bias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Explainability: each recommendation carries plain-language reasons</a:t>
            </a:r>
          </a:p>
          <a:p>
            <a:pPr>
              <a:spcAft>
                <a:spcPts val="800"/>
              </a:spcAft>
              <a:defRPr sz="1800">
                <a:solidFill>
                  <a:srgbClr val="D5DFF3"/>
                </a:solidFill>
              </a:defRPr>
            </a:pPr>
            <a:r>
              <a:t>Note: Pearson correlation is not used in current production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Presentation Handoff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So all 3 speakers stay synchronized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35661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691640"/>
            <a:ext cx="3566160" cy="4480560"/>
          </a:xfrm>
          <a:prstGeom prst="roundRect">
            <a:avLst/>
          </a:prstGeom>
          <a:solidFill>
            <a:srgbClr val="172746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691640"/>
            <a:ext cx="3566160" cy="448056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Amogh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Slides 4 to 8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Architecture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Pipeline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Fix journey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Engineering choices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Dhanuja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Slides 9 + product flow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Recommender logic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Explainability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Live demo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Vaibhavi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Slides 10 to 18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Evaluation method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Metrics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Visual proof</a:t>
            </a:r>
          </a:p>
          <a:p>
            <a:pPr>
              <a:spcAft>
                <a:spcPts val="800"/>
              </a:spcAft>
              <a:defRPr sz="1600">
                <a:solidFill>
                  <a:srgbClr val="D5DFF3"/>
                </a:solidFill>
              </a:defRPr>
            </a:pPr>
            <a:r>
              <a:t>Honest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Outfit AI - Presentation Freeze - 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0F5FF"/>
                </a:solidFill>
              </a:rPr>
              <a:t>Final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AB0D6"/>
                </a:solidFill>
              </a:rPr>
              <a:t>What makes this project defendable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10789920" cy="4389120"/>
          </a:xfrm>
          <a:prstGeom prst="roundRect">
            <a:avLst/>
          </a:prstGeom>
          <a:solidFill>
            <a:srgbClr val="111E37"/>
          </a:solidFill>
          <a:ln w="10160">
            <a:solidFill>
              <a:srgbClr val="36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We did not claim perfection. We showed measurable progress.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We identified weak points using a structured evaluation framework.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We fixed production-impact issues and improved recommendation quality.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We can explain every major system choice with data and trade-offs.</a:t>
            </a:r>
          </a:p>
          <a:p>
            <a:pPr>
              <a:spcAft>
                <a:spcPts val="800"/>
              </a:spcAft>
              <a:defRPr sz="2100">
                <a:solidFill>
                  <a:srgbClr val="D5DFF3"/>
                </a:solidFill>
              </a:defRPr>
            </a:pPr>
            <a:r>
              <a:t>This project demonstrates engineering rigor, recommender relevance, and practical deployment thinking.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B0D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